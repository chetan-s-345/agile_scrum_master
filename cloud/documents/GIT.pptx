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1"/>
  </p:notesMasterIdLst>
  <p:sldIdLst>
    <p:sldId id="803" r:id="rId2"/>
    <p:sldId id="833" r:id="rId3"/>
    <p:sldId id="824" r:id="rId4"/>
    <p:sldId id="828" r:id="rId5"/>
    <p:sldId id="805" r:id="rId6"/>
    <p:sldId id="829" r:id="rId7"/>
    <p:sldId id="832" r:id="rId8"/>
    <p:sldId id="830" r:id="rId9"/>
    <p:sldId id="831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416F36E-9097-4007-80BA-1FBE04F5EBE4}" v="7" dt="2026-03-21T09:13:17.94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5323" autoAdjust="0"/>
    <p:restoredTop sz="94660"/>
  </p:normalViewPr>
  <p:slideViewPr>
    <p:cSldViewPr snapToGrid="0">
      <p:cViewPr varScale="1">
        <p:scale>
          <a:sx n="51" d="100"/>
          <a:sy n="51" d="100"/>
        </p:scale>
        <p:origin x="60" y="1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>
        <p:scale>
          <a:sx n="150" d="100"/>
          <a:sy n="150" d="100"/>
        </p:scale>
        <p:origin x="432" y="-14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maraj Sri" userId="19a0e5d8ca647d76" providerId="LiveId" clId="{72EC9BEC-BBF1-4FEA-8F94-696BF3EC7A99}"/>
    <pc:docChg chg="undo redo custSel addSld delSld modSld sldOrd">
      <pc:chgData name="Ramaraj Sri" userId="19a0e5d8ca647d76" providerId="LiveId" clId="{72EC9BEC-BBF1-4FEA-8F94-696BF3EC7A99}" dt="2026-03-21T09:14:58.808" v="10181" actId="403"/>
      <pc:docMkLst>
        <pc:docMk/>
      </pc:docMkLst>
      <pc:sldChg chg="del">
        <pc:chgData name="Ramaraj Sri" userId="19a0e5d8ca647d76" providerId="LiveId" clId="{72EC9BEC-BBF1-4FEA-8F94-696BF3EC7A99}" dt="2026-03-21T08:56:25.518" v="8245" actId="47"/>
        <pc:sldMkLst>
          <pc:docMk/>
          <pc:sldMk cId="1882254423" sldId="796"/>
        </pc:sldMkLst>
      </pc:sldChg>
      <pc:sldChg chg="delSp modSp mod">
        <pc:chgData name="Ramaraj Sri" userId="19a0e5d8ca647d76" providerId="LiveId" clId="{72EC9BEC-BBF1-4FEA-8F94-696BF3EC7A99}" dt="2026-03-21T09:13:07.713" v="10113" actId="478"/>
        <pc:sldMkLst>
          <pc:docMk/>
          <pc:sldMk cId="1157260694" sldId="803"/>
        </pc:sldMkLst>
        <pc:spChg chg="mod">
          <ac:chgData name="Ramaraj Sri" userId="19a0e5d8ca647d76" providerId="LiveId" clId="{72EC9BEC-BBF1-4FEA-8F94-696BF3EC7A99}" dt="2026-03-21T08:48:22.293" v="6880" actId="1076"/>
          <ac:spMkLst>
            <pc:docMk/>
            <pc:sldMk cId="1157260694" sldId="803"/>
            <ac:spMk id="106" creationId="{0794CBDF-89DA-68F4-4998-89F67853C47F}"/>
          </ac:spMkLst>
        </pc:spChg>
        <pc:spChg chg="mod">
          <ac:chgData name="Ramaraj Sri" userId="19a0e5d8ca647d76" providerId="LiveId" clId="{72EC9BEC-BBF1-4FEA-8F94-696BF3EC7A99}" dt="2026-03-21T09:02:58.408" v="9096" actId="5793"/>
          <ac:spMkLst>
            <pc:docMk/>
            <pc:sldMk cId="1157260694" sldId="803"/>
            <ac:spMk id="107" creationId="{5715D715-9E59-BD2C-C8BA-7435D7135AF7}"/>
          </ac:spMkLst>
        </pc:spChg>
        <pc:spChg chg="del mod">
          <ac:chgData name="Ramaraj Sri" userId="19a0e5d8ca647d76" providerId="LiveId" clId="{72EC9BEC-BBF1-4FEA-8F94-696BF3EC7A99}" dt="2026-03-21T09:13:07.713" v="10113" actId="478"/>
          <ac:spMkLst>
            <pc:docMk/>
            <pc:sldMk cId="1157260694" sldId="803"/>
            <ac:spMk id="109" creationId="{0DBA4970-7FD4-D541-E47A-5A5C5CAE9F1C}"/>
          </ac:spMkLst>
        </pc:spChg>
      </pc:sldChg>
      <pc:sldChg chg="del">
        <pc:chgData name="Ramaraj Sri" userId="19a0e5d8ca647d76" providerId="LiveId" clId="{72EC9BEC-BBF1-4FEA-8F94-696BF3EC7A99}" dt="2026-03-21T08:56:24.588" v="8244" actId="47"/>
        <pc:sldMkLst>
          <pc:docMk/>
          <pc:sldMk cId="186934487" sldId="804"/>
        </pc:sldMkLst>
      </pc:sldChg>
      <pc:sldChg chg="modSp mod">
        <pc:chgData name="Ramaraj Sri" userId="19a0e5d8ca647d76" providerId="LiveId" clId="{72EC9BEC-BBF1-4FEA-8F94-696BF3EC7A99}" dt="2026-03-21T09:11:09.779" v="9917" actId="207"/>
        <pc:sldMkLst>
          <pc:docMk/>
          <pc:sldMk cId="1118610013" sldId="805"/>
        </pc:sldMkLst>
        <pc:spChg chg="mod">
          <ac:chgData name="Ramaraj Sri" userId="19a0e5d8ca647d76" providerId="LiveId" clId="{72EC9BEC-BBF1-4FEA-8F94-696BF3EC7A99}" dt="2026-03-21T08:53:47.108" v="7734" actId="20577"/>
          <ac:spMkLst>
            <pc:docMk/>
            <pc:sldMk cId="1118610013" sldId="805"/>
            <ac:spMk id="2" creationId="{B6D13FFD-F5AA-B7BE-FD50-CA6734509EDB}"/>
          </ac:spMkLst>
        </pc:spChg>
        <pc:spChg chg="mod">
          <ac:chgData name="Ramaraj Sri" userId="19a0e5d8ca647d76" providerId="LiveId" clId="{72EC9BEC-BBF1-4FEA-8F94-696BF3EC7A99}" dt="2026-03-21T09:11:09.779" v="9917" actId="207"/>
          <ac:spMkLst>
            <pc:docMk/>
            <pc:sldMk cId="1118610013" sldId="805"/>
            <ac:spMk id="3" creationId="{483C3445-0940-99F0-AB5E-58C8CA362A11}"/>
          </ac:spMkLst>
        </pc:spChg>
      </pc:sldChg>
      <pc:sldChg chg="modSp mod">
        <pc:chgData name="Ramaraj Sri" userId="19a0e5d8ca647d76" providerId="LiveId" clId="{72EC9BEC-BBF1-4FEA-8F94-696BF3EC7A99}" dt="2026-03-21T09:07:30.749" v="9538" actId="207"/>
        <pc:sldMkLst>
          <pc:docMk/>
          <pc:sldMk cId="1621328973" sldId="824"/>
        </pc:sldMkLst>
        <pc:spChg chg="mod">
          <ac:chgData name="Ramaraj Sri" userId="19a0e5d8ca647d76" providerId="LiveId" clId="{72EC9BEC-BBF1-4FEA-8F94-696BF3EC7A99}" dt="2026-03-21T08:48:51.497" v="6908" actId="20577"/>
          <ac:spMkLst>
            <pc:docMk/>
            <pc:sldMk cId="1621328973" sldId="824"/>
            <ac:spMk id="2" creationId="{A7418B1A-D73F-F2F6-5303-A4369C417FF4}"/>
          </ac:spMkLst>
        </pc:spChg>
        <pc:spChg chg="mod">
          <ac:chgData name="Ramaraj Sri" userId="19a0e5d8ca647d76" providerId="LiveId" clId="{72EC9BEC-BBF1-4FEA-8F94-696BF3EC7A99}" dt="2026-03-21T09:07:30.749" v="9538" actId="207"/>
          <ac:spMkLst>
            <pc:docMk/>
            <pc:sldMk cId="1621328973" sldId="824"/>
            <ac:spMk id="3" creationId="{9D0C28EA-830E-81C1-7404-A72E3E5F5859}"/>
          </ac:spMkLst>
        </pc:spChg>
      </pc:sldChg>
      <pc:sldChg chg="del">
        <pc:chgData name="Ramaraj Sri" userId="19a0e5d8ca647d76" providerId="LiveId" clId="{72EC9BEC-BBF1-4FEA-8F94-696BF3EC7A99}" dt="2026-03-21T08:56:26.004" v="8246" actId="47"/>
        <pc:sldMkLst>
          <pc:docMk/>
          <pc:sldMk cId="88429010" sldId="825"/>
        </pc:sldMkLst>
      </pc:sldChg>
      <pc:sldChg chg="del">
        <pc:chgData name="Ramaraj Sri" userId="19a0e5d8ca647d76" providerId="LiveId" clId="{72EC9BEC-BBF1-4FEA-8F94-696BF3EC7A99}" dt="2026-03-21T08:56:27.770" v="8248" actId="47"/>
        <pc:sldMkLst>
          <pc:docMk/>
          <pc:sldMk cId="764810290" sldId="826"/>
        </pc:sldMkLst>
      </pc:sldChg>
      <pc:sldChg chg="del">
        <pc:chgData name="Ramaraj Sri" userId="19a0e5d8ca647d76" providerId="LiveId" clId="{72EC9BEC-BBF1-4FEA-8F94-696BF3EC7A99}" dt="2026-03-21T08:56:26.633" v="8247" actId="47"/>
        <pc:sldMkLst>
          <pc:docMk/>
          <pc:sldMk cId="2659049974" sldId="827"/>
        </pc:sldMkLst>
      </pc:sldChg>
      <pc:sldChg chg="modSp add mod">
        <pc:chgData name="Ramaraj Sri" userId="19a0e5d8ca647d76" providerId="LiveId" clId="{72EC9BEC-BBF1-4FEA-8F94-696BF3EC7A99}" dt="2026-03-21T09:09:56.763" v="9706" actId="20577"/>
        <pc:sldMkLst>
          <pc:docMk/>
          <pc:sldMk cId="552599215" sldId="828"/>
        </pc:sldMkLst>
        <pc:spChg chg="mod">
          <ac:chgData name="Ramaraj Sri" userId="19a0e5d8ca647d76" providerId="LiveId" clId="{72EC9BEC-BBF1-4FEA-8F94-696BF3EC7A99}" dt="2026-03-21T08:52:13.259" v="7444" actId="20577"/>
          <ac:spMkLst>
            <pc:docMk/>
            <pc:sldMk cId="552599215" sldId="828"/>
            <ac:spMk id="2" creationId="{3847E602-D398-31B9-4AEB-C32E61CFBBBC}"/>
          </ac:spMkLst>
        </pc:spChg>
        <pc:spChg chg="mod">
          <ac:chgData name="Ramaraj Sri" userId="19a0e5d8ca647d76" providerId="LiveId" clId="{72EC9BEC-BBF1-4FEA-8F94-696BF3EC7A99}" dt="2026-03-21T09:09:56.763" v="9706" actId="20577"/>
          <ac:spMkLst>
            <pc:docMk/>
            <pc:sldMk cId="552599215" sldId="828"/>
            <ac:spMk id="3" creationId="{0A7F0759-F1BE-FAAD-BBB2-2AC231645EB3}"/>
          </ac:spMkLst>
        </pc:spChg>
      </pc:sldChg>
      <pc:sldChg chg="modSp add mod">
        <pc:chgData name="Ramaraj Sri" userId="19a0e5d8ca647d76" providerId="LiveId" clId="{72EC9BEC-BBF1-4FEA-8F94-696BF3EC7A99}" dt="2026-03-21T09:12:05.376" v="10039" actId="20577"/>
        <pc:sldMkLst>
          <pc:docMk/>
          <pc:sldMk cId="880199844" sldId="829"/>
        </pc:sldMkLst>
        <pc:spChg chg="mod">
          <ac:chgData name="Ramaraj Sri" userId="19a0e5d8ca647d76" providerId="LiveId" clId="{72EC9BEC-BBF1-4FEA-8F94-696BF3EC7A99}" dt="2026-03-21T08:54:15.206" v="7814" actId="20577"/>
          <ac:spMkLst>
            <pc:docMk/>
            <pc:sldMk cId="880199844" sldId="829"/>
            <ac:spMk id="2" creationId="{2FE9B525-9939-960F-B359-A89DCC475A6D}"/>
          </ac:spMkLst>
        </pc:spChg>
        <pc:spChg chg="mod">
          <ac:chgData name="Ramaraj Sri" userId="19a0e5d8ca647d76" providerId="LiveId" clId="{72EC9BEC-BBF1-4FEA-8F94-696BF3EC7A99}" dt="2026-03-21T09:12:05.376" v="10039" actId="20577"/>
          <ac:spMkLst>
            <pc:docMk/>
            <pc:sldMk cId="880199844" sldId="829"/>
            <ac:spMk id="3" creationId="{A7186C9A-5673-235A-9BD4-3F585055F21B}"/>
          </ac:spMkLst>
        </pc:spChg>
      </pc:sldChg>
      <pc:sldChg chg="modSp add mod">
        <pc:chgData name="Ramaraj Sri" userId="19a0e5d8ca647d76" providerId="LiveId" clId="{72EC9BEC-BBF1-4FEA-8F94-696BF3EC7A99}" dt="2026-03-21T08:59:36.035" v="8753" actId="20577"/>
        <pc:sldMkLst>
          <pc:docMk/>
          <pc:sldMk cId="1298748633" sldId="830"/>
        </pc:sldMkLst>
        <pc:spChg chg="mod">
          <ac:chgData name="Ramaraj Sri" userId="19a0e5d8ca647d76" providerId="LiveId" clId="{72EC9BEC-BBF1-4FEA-8F94-696BF3EC7A99}" dt="2026-03-21T08:59:36.035" v="8753" actId="20577"/>
          <ac:spMkLst>
            <pc:docMk/>
            <pc:sldMk cId="1298748633" sldId="830"/>
            <ac:spMk id="2" creationId="{80343AFC-E9B9-CA66-D2C9-C42DE2F1DFA4}"/>
          </ac:spMkLst>
        </pc:spChg>
        <pc:spChg chg="mod">
          <ac:chgData name="Ramaraj Sri" userId="19a0e5d8ca647d76" providerId="LiveId" clId="{72EC9BEC-BBF1-4FEA-8F94-696BF3EC7A99}" dt="2026-03-21T08:58:40.041" v="8690" actId="20577"/>
          <ac:spMkLst>
            <pc:docMk/>
            <pc:sldMk cId="1298748633" sldId="830"/>
            <ac:spMk id="3" creationId="{CCFAADE7-0B30-77FD-7C8B-41A1B856FBAA}"/>
          </ac:spMkLst>
        </pc:spChg>
      </pc:sldChg>
      <pc:sldChg chg="modSp add mod">
        <pc:chgData name="Ramaraj Sri" userId="19a0e5d8ca647d76" providerId="LiveId" clId="{72EC9BEC-BBF1-4FEA-8F94-696BF3EC7A99}" dt="2026-03-21T08:59:11.332" v="8749" actId="20577"/>
        <pc:sldMkLst>
          <pc:docMk/>
          <pc:sldMk cId="2656312767" sldId="831"/>
        </pc:sldMkLst>
        <pc:spChg chg="mod">
          <ac:chgData name="Ramaraj Sri" userId="19a0e5d8ca647d76" providerId="LiveId" clId="{72EC9BEC-BBF1-4FEA-8F94-696BF3EC7A99}" dt="2026-03-21T08:59:05.736" v="8739" actId="20577"/>
          <ac:spMkLst>
            <pc:docMk/>
            <pc:sldMk cId="2656312767" sldId="831"/>
            <ac:spMk id="2" creationId="{AC26EBF3-B90A-D780-71A8-0F6F74206D5D}"/>
          </ac:spMkLst>
        </pc:spChg>
        <pc:spChg chg="mod">
          <ac:chgData name="Ramaraj Sri" userId="19a0e5d8ca647d76" providerId="LiveId" clId="{72EC9BEC-BBF1-4FEA-8F94-696BF3EC7A99}" dt="2026-03-21T08:59:11.332" v="8749" actId="20577"/>
          <ac:spMkLst>
            <pc:docMk/>
            <pc:sldMk cId="2656312767" sldId="831"/>
            <ac:spMk id="3" creationId="{56B1E6CD-28A4-0547-FCFA-8E8B38A76F9D}"/>
          </ac:spMkLst>
        </pc:spChg>
      </pc:sldChg>
      <pc:sldChg chg="modSp add mod">
        <pc:chgData name="Ramaraj Sri" userId="19a0e5d8ca647d76" providerId="LiveId" clId="{72EC9BEC-BBF1-4FEA-8F94-696BF3EC7A99}" dt="2026-03-21T09:12:34.380" v="10091" actId="20577"/>
        <pc:sldMkLst>
          <pc:docMk/>
          <pc:sldMk cId="1076672197" sldId="832"/>
        </pc:sldMkLst>
        <pc:spChg chg="mod">
          <ac:chgData name="Ramaraj Sri" userId="19a0e5d8ca647d76" providerId="LiveId" clId="{72EC9BEC-BBF1-4FEA-8F94-696BF3EC7A99}" dt="2026-03-21T08:59:56.297" v="8795" actId="20577"/>
          <ac:spMkLst>
            <pc:docMk/>
            <pc:sldMk cId="1076672197" sldId="832"/>
            <ac:spMk id="2" creationId="{989EFA05-49D5-8965-5B47-01BD88A22691}"/>
          </ac:spMkLst>
        </pc:spChg>
        <pc:spChg chg="mod">
          <ac:chgData name="Ramaraj Sri" userId="19a0e5d8ca647d76" providerId="LiveId" clId="{72EC9BEC-BBF1-4FEA-8F94-696BF3EC7A99}" dt="2026-03-21T09:12:34.380" v="10091" actId="20577"/>
          <ac:spMkLst>
            <pc:docMk/>
            <pc:sldMk cId="1076672197" sldId="832"/>
            <ac:spMk id="3" creationId="{1ED32972-71CF-5F3C-FC9D-E36A0D2D508F}"/>
          </ac:spMkLst>
        </pc:spChg>
      </pc:sldChg>
      <pc:sldChg chg="addSp delSp modSp add mod">
        <pc:chgData name="Ramaraj Sri" userId="19a0e5d8ca647d76" providerId="LiveId" clId="{72EC9BEC-BBF1-4FEA-8F94-696BF3EC7A99}" dt="2026-03-21T09:14:58.808" v="10181" actId="403"/>
        <pc:sldMkLst>
          <pc:docMk/>
          <pc:sldMk cId="259496017" sldId="833"/>
        </pc:sldMkLst>
        <pc:spChg chg="mod">
          <ac:chgData name="Ramaraj Sri" userId="19a0e5d8ca647d76" providerId="LiveId" clId="{72EC9BEC-BBF1-4FEA-8F94-696BF3EC7A99}" dt="2026-03-21T09:13:31.045" v="10148" actId="20577"/>
          <ac:spMkLst>
            <pc:docMk/>
            <pc:sldMk cId="259496017" sldId="833"/>
            <ac:spMk id="2" creationId="{654CF152-678E-EC39-589A-AFB6DAA8AF09}"/>
          </ac:spMkLst>
        </pc:spChg>
        <pc:spChg chg="del mod">
          <ac:chgData name="Ramaraj Sri" userId="19a0e5d8ca647d76" providerId="LiveId" clId="{72EC9BEC-BBF1-4FEA-8F94-696BF3EC7A99}" dt="2026-03-21T09:13:38.329" v="10150" actId="478"/>
          <ac:spMkLst>
            <pc:docMk/>
            <pc:sldMk cId="259496017" sldId="833"/>
            <ac:spMk id="3" creationId="{3185FEF1-2E68-7783-060E-A9627597902E}"/>
          </ac:spMkLst>
        </pc:spChg>
        <pc:spChg chg="add del mod">
          <ac:chgData name="Ramaraj Sri" userId="19a0e5d8ca647d76" providerId="LiveId" clId="{72EC9BEC-BBF1-4FEA-8F94-696BF3EC7A99}" dt="2026-03-21T09:14:37.614" v="10175" actId="478"/>
          <ac:spMkLst>
            <pc:docMk/>
            <pc:sldMk cId="259496017" sldId="833"/>
            <ac:spMk id="5" creationId="{1C7A3EE7-877A-6ECF-2F61-95AF1F943F9C}"/>
          </ac:spMkLst>
        </pc:spChg>
        <pc:graphicFrameChg chg="add mod modGraphic">
          <ac:chgData name="Ramaraj Sri" userId="19a0e5d8ca647d76" providerId="LiveId" clId="{72EC9BEC-BBF1-4FEA-8F94-696BF3EC7A99}" dt="2026-03-21T09:14:58.808" v="10181" actId="403"/>
          <ac:graphicFrameMkLst>
            <pc:docMk/>
            <pc:sldMk cId="259496017" sldId="833"/>
            <ac:graphicFrameMk id="6" creationId="{85182370-2B47-D13B-FC3B-F8B25566CAEF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584CAE8-38D5-461C-80C4-1AF2B758DADD}" type="datetimeFigureOut">
              <a:rPr lang="en-IN" smtClean="0"/>
              <a:t>21-03-2026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188D782-C295-45AF-8CC4-5EB981288A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625876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>
          <a:extLst>
            <a:ext uri="{FF2B5EF4-FFF2-40B4-BE49-F238E27FC236}">
              <a16:creationId xmlns:a16="http://schemas.microsoft.com/office/drawing/2014/main" id="{4ABD5BB5-C395-2DF8-D539-36737393B6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:notes">
            <a:extLst>
              <a:ext uri="{FF2B5EF4-FFF2-40B4-BE49-F238E27FC236}">
                <a16:creationId xmlns:a16="http://schemas.microsoft.com/office/drawing/2014/main" id="{72FFC9B4-4278-A514-C0A7-72EAAC723E1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3" name="Google Shape;103;p1:notes">
            <a:extLst>
              <a:ext uri="{FF2B5EF4-FFF2-40B4-BE49-F238E27FC236}">
                <a16:creationId xmlns:a16="http://schemas.microsoft.com/office/drawing/2014/main" id="{C8FFAD72-5149-46B7-A20E-DF4F96DE0E8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1:notes">
            <a:extLst>
              <a:ext uri="{FF2B5EF4-FFF2-40B4-BE49-F238E27FC236}">
                <a16:creationId xmlns:a16="http://schemas.microsoft.com/office/drawing/2014/main" id="{A97F5C20-8BAD-CE9B-4D38-1CF55F7253B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tabLst/>
              <a:defRPr/>
            </a:pPr>
            <a:fld id="{00000000-1234-1234-1234-123412341234}" type="slidenum"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  <a:tabLst/>
                <a:defRPr/>
              </a:pPr>
              <a:t>1</a:t>
            </a:fld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2416850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6AFF4B-C04A-07B0-094D-86746B3EFF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7C11CDF-21A0-9FEC-2F88-3F16669D64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88E9D5F-C289-EA26-CF8B-CB52EFE4BF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Talk about how they are managing their documents, how google docs does automatic versioning</a:t>
            </a:r>
          </a:p>
          <a:p>
            <a:endParaRPr lang="en-IN" dirty="0"/>
          </a:p>
          <a:p>
            <a:r>
              <a:rPr lang="en-IN" dirty="0"/>
              <a:t>As them what they know  about Android and </a:t>
            </a:r>
            <a:r>
              <a:rPr lang="en-IN" dirty="0" err="1"/>
              <a:t>IoS</a:t>
            </a:r>
            <a:r>
              <a:rPr lang="en-IN" dirty="0"/>
              <a:t> versions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17C9EC-3730-8AE2-FDAB-25DFF0B1E5D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88D782-C295-45AF-8CC4-5EB981288A9F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521285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Talk about how they are managing their documents, how google docs does automatic versioning</a:t>
            </a:r>
          </a:p>
          <a:p>
            <a:endParaRPr lang="en-IN" dirty="0"/>
          </a:p>
          <a:p>
            <a:r>
              <a:rPr lang="en-IN" dirty="0"/>
              <a:t>As them what they know  about Android and </a:t>
            </a:r>
            <a:r>
              <a:rPr lang="en-IN" dirty="0" err="1"/>
              <a:t>IoS</a:t>
            </a:r>
            <a:r>
              <a:rPr lang="en-IN" dirty="0"/>
              <a:t> versions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88D782-C295-45AF-8CC4-5EB981288A9F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9107536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3790FE-2DE2-387C-625F-AACE3FD7FC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C00BB5F-7193-254E-6D58-C49599CA31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682A11E-0DFC-17FB-02F1-F2832FBB44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Talk about how they are managing their documents, how google docs does automatic versioning</a:t>
            </a:r>
          </a:p>
          <a:p>
            <a:endParaRPr lang="en-IN" dirty="0"/>
          </a:p>
          <a:p>
            <a:r>
              <a:rPr lang="en-IN" dirty="0"/>
              <a:t>As them what they know  about Android and </a:t>
            </a:r>
            <a:r>
              <a:rPr lang="en-IN" dirty="0" err="1"/>
              <a:t>IoS</a:t>
            </a:r>
            <a:r>
              <a:rPr lang="en-IN" dirty="0"/>
              <a:t> versions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0B4184-A693-CBEB-6603-80242D92BF4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88D782-C295-45AF-8CC4-5EB981288A9F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739259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Only stress on the 1</a:t>
            </a:r>
            <a:r>
              <a:rPr lang="en-IN" baseline="30000" dirty="0"/>
              <a:t>st</a:t>
            </a:r>
            <a:r>
              <a:rPr lang="en-IN" dirty="0"/>
              <a:t> sentence – the definition</a:t>
            </a:r>
          </a:p>
          <a:p>
            <a:endParaRPr lang="en-IN" dirty="0"/>
          </a:p>
          <a:p>
            <a:r>
              <a:rPr lang="en-IN" dirty="0"/>
              <a:t>Come back to the 2</a:t>
            </a:r>
            <a:r>
              <a:rPr lang="en-IN" baseline="30000" dirty="0"/>
              <a:t>nd</a:t>
            </a:r>
            <a:r>
              <a:rPr lang="en-IN" dirty="0"/>
              <a:t> sentence in the end as part of revision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88D782-C295-45AF-8CC4-5EB981288A9F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359306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05F895-5022-38DA-2054-0C369F380F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4C18D03-72B5-B7EA-E56D-FEE96073D3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A3B98BE-F9C6-D5BF-E732-2895FF121A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Only stress on the 1</a:t>
            </a:r>
            <a:r>
              <a:rPr lang="en-IN" baseline="30000" dirty="0"/>
              <a:t>st</a:t>
            </a:r>
            <a:r>
              <a:rPr lang="en-IN" dirty="0"/>
              <a:t> sentence – the definition</a:t>
            </a:r>
          </a:p>
          <a:p>
            <a:endParaRPr lang="en-IN" dirty="0"/>
          </a:p>
          <a:p>
            <a:r>
              <a:rPr lang="en-IN" dirty="0"/>
              <a:t>Come back to the 2</a:t>
            </a:r>
            <a:r>
              <a:rPr lang="en-IN" baseline="30000" dirty="0"/>
              <a:t>nd</a:t>
            </a:r>
            <a:r>
              <a:rPr lang="en-IN" dirty="0"/>
              <a:t> sentence in the end as part of revision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D7E643-4F9A-B030-FD04-51F4A8BA264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88D782-C295-45AF-8CC4-5EB981288A9F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210604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1BB7A1-F227-707B-7BDC-D8504321CE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B22DB9F-8180-6707-CF03-AF31797831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4906CB4-CBD8-AEBB-903A-0350DDF74B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Only stress on the 1</a:t>
            </a:r>
            <a:r>
              <a:rPr lang="en-IN" baseline="30000" dirty="0"/>
              <a:t>st</a:t>
            </a:r>
            <a:r>
              <a:rPr lang="en-IN" dirty="0"/>
              <a:t> sentence – the definition</a:t>
            </a:r>
          </a:p>
          <a:p>
            <a:endParaRPr lang="en-IN" dirty="0"/>
          </a:p>
          <a:p>
            <a:r>
              <a:rPr lang="en-IN" dirty="0"/>
              <a:t>Come back to the 2</a:t>
            </a:r>
            <a:r>
              <a:rPr lang="en-IN" baseline="30000" dirty="0"/>
              <a:t>nd</a:t>
            </a:r>
            <a:r>
              <a:rPr lang="en-IN" dirty="0"/>
              <a:t> sentence in the end as part of revision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B16E92-3E9E-2C9C-DCEB-A027251CFED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88D782-C295-45AF-8CC4-5EB981288A9F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608771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C2D362-4CC2-1D7D-5B37-272761D9F3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41E08CF-FFD7-C7F1-F7C9-8C0198C9EF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3E2D4EC-36D9-9636-CD33-D59AAB049B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Only stress on the 1</a:t>
            </a:r>
            <a:r>
              <a:rPr lang="en-IN" baseline="30000" dirty="0"/>
              <a:t>st</a:t>
            </a:r>
            <a:r>
              <a:rPr lang="en-IN" dirty="0"/>
              <a:t> sentence – the definition</a:t>
            </a:r>
          </a:p>
          <a:p>
            <a:endParaRPr lang="en-IN" dirty="0"/>
          </a:p>
          <a:p>
            <a:r>
              <a:rPr lang="en-IN" dirty="0"/>
              <a:t>Come back to the 2</a:t>
            </a:r>
            <a:r>
              <a:rPr lang="en-IN" baseline="30000" dirty="0"/>
              <a:t>nd</a:t>
            </a:r>
            <a:r>
              <a:rPr lang="en-IN" dirty="0"/>
              <a:t> sentence in the end as part of revision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0B67E4-279A-3BB1-BEE4-9C8B181D0A7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88D782-C295-45AF-8CC4-5EB981288A9F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619690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A086D0-C302-35A2-A260-3CDD14B6E4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3C58981-14D0-7908-694C-4FDB3C4F9D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164AD2F-6AE3-A62A-2AF4-C18F91CE5A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Only stress on the 1</a:t>
            </a:r>
            <a:r>
              <a:rPr lang="en-IN" baseline="30000" dirty="0"/>
              <a:t>st</a:t>
            </a:r>
            <a:r>
              <a:rPr lang="en-IN" dirty="0"/>
              <a:t> sentence – the definition</a:t>
            </a:r>
          </a:p>
          <a:p>
            <a:endParaRPr lang="en-IN" dirty="0"/>
          </a:p>
          <a:p>
            <a:r>
              <a:rPr lang="en-IN" dirty="0"/>
              <a:t>Come back to the 2</a:t>
            </a:r>
            <a:r>
              <a:rPr lang="en-IN" baseline="30000" dirty="0"/>
              <a:t>nd</a:t>
            </a:r>
            <a:r>
              <a:rPr lang="en-IN" dirty="0"/>
              <a:t> sentence in the end as part of revision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B14A88-FC08-9C8A-7686-6A2CB491B6D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88D782-C295-45AF-8CC4-5EB981288A9F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92034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ver White">
  <p:cSld name="Cover Whit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2" descr="C:\Users\Admin\Downloads\ilovepdf_pages-to-jpg (1)\RU_PPT Template-White Blank_page-0001.jp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" y="0"/>
            <a:ext cx="12193191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2"/>
          <p:cNvSpPr/>
          <p:nvPr/>
        </p:nvSpPr>
        <p:spPr>
          <a:xfrm>
            <a:off x="685800" y="5880100"/>
            <a:ext cx="3422650" cy="977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" name="Google Shape;18;p2"/>
          <p:cNvSpPr/>
          <p:nvPr/>
        </p:nvSpPr>
        <p:spPr>
          <a:xfrm>
            <a:off x="8769350" y="5486400"/>
            <a:ext cx="3422650" cy="977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9" name="Google Shape;19;p2"/>
          <p:cNvGrpSpPr/>
          <p:nvPr/>
        </p:nvGrpSpPr>
        <p:grpSpPr>
          <a:xfrm>
            <a:off x="9220200" y="5410200"/>
            <a:ext cx="2601503" cy="1082742"/>
            <a:chOff x="10616154" y="97913"/>
            <a:chExt cx="3619726" cy="1349912"/>
          </a:xfrm>
        </p:grpSpPr>
        <p:pic>
          <p:nvPicPr>
            <p:cNvPr id="20" name="Google Shape;20;p2" descr="NIRF — SAVEETHA SCHOOL OF MANAGEMENT"/>
            <p:cNvPicPr preferRelativeResize="0"/>
            <p:nvPr/>
          </p:nvPicPr>
          <p:blipFill rotWithShape="1">
            <a:blip r:embed="rId3">
              <a:alphaModFix/>
            </a:blip>
            <a:srcRect l="27517" t="4377" r="28920" b="7151"/>
            <a:stretch/>
          </p:blipFill>
          <p:spPr>
            <a:xfrm>
              <a:off x="12122688" y="97913"/>
              <a:ext cx="843474" cy="59225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" name="Google Shape;21;p2" descr="Bharath University - Top University In India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10737939" y="182966"/>
              <a:ext cx="1158298" cy="43088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" name="Google Shape;22;p2" descr="CREDISAPP for Ratings - Eloit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13072901" y="114292"/>
              <a:ext cx="1155067" cy="57587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" name="Google Shape;23;p2" descr="MHRD | Innovation Cell - Home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10616154" y="789734"/>
              <a:ext cx="1857797" cy="6580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" name="Google Shape;24;p2" descr="Institution's Innovation Council | MHRD"/>
            <p:cNvPicPr preferRelativeResize="0"/>
            <p:nvPr/>
          </p:nvPicPr>
          <p:blipFill rotWithShape="1">
            <a:blip r:embed="rId7">
              <a:alphaModFix/>
            </a:blip>
            <a:srcRect l="8879" t="20720" r="8879" b="24345"/>
            <a:stretch/>
          </p:blipFill>
          <p:spPr>
            <a:xfrm>
              <a:off x="12886182" y="774201"/>
              <a:ext cx="1349698" cy="63758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5" name="Google Shape;25;p2"/>
          <p:cNvSpPr txBox="1">
            <a:spLocks noGrp="1"/>
          </p:cNvSpPr>
          <p:nvPr>
            <p:ph type="title"/>
          </p:nvPr>
        </p:nvSpPr>
        <p:spPr>
          <a:xfrm>
            <a:off x="1058553" y="3124200"/>
            <a:ext cx="8421823" cy="1750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6600"/>
              </a:buClr>
              <a:buSzPts val="4000"/>
              <a:buFont typeface="Roboto Medium"/>
              <a:buNone/>
              <a:defRPr sz="4000" b="0" i="0" u="none" strike="noStrike" cap="none">
                <a:solidFill>
                  <a:srgbClr val="FF6600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6" name="Google Shape;26;p2"/>
          <p:cNvSpPr txBox="1">
            <a:spLocks noGrp="1"/>
          </p:cNvSpPr>
          <p:nvPr>
            <p:ph type="body" idx="1"/>
          </p:nvPr>
        </p:nvSpPr>
        <p:spPr>
          <a:xfrm>
            <a:off x="1046572" y="5129788"/>
            <a:ext cx="6755716" cy="407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6600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6600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marL="914400" marR="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6218592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 White">
  <p:cSld name="Agenda White">
    <p:bg>
      <p:bgPr>
        <a:solidFill>
          <a:schemeClr val="lt1"/>
        </a:solidFill>
        <a:effectLst/>
      </p:bgPr>
    </p:bg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Google Shape;28;p3" descr="C:\Users\Admin\Downloads\ilovepdf_pages-to-jpg (3)\RU_PPT Template-White Blank (1)_page-0003.jp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7330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29;p3"/>
          <p:cNvSpPr txBox="1">
            <a:spLocks noGrp="1"/>
          </p:cNvSpPr>
          <p:nvPr>
            <p:ph type="sldNum" idx="12"/>
          </p:nvPr>
        </p:nvSpPr>
        <p:spPr>
          <a:xfrm>
            <a:off x="11367146" y="6096000"/>
            <a:ext cx="59625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edium"/>
              <a:buNone/>
              <a:defRPr sz="1800" b="0" i="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marL="0" marR="0" lvl="1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edium"/>
              <a:buNone/>
              <a:defRPr sz="1800" b="0" i="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2pPr>
            <a:lvl3pPr marL="0" marR="0" lvl="2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edium"/>
              <a:buNone/>
              <a:defRPr sz="1800" b="0" i="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3pPr>
            <a:lvl4pPr marL="0" marR="0" lvl="3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edium"/>
              <a:buNone/>
              <a:defRPr sz="1800" b="0" i="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4pPr>
            <a:lvl5pPr marL="0" marR="0" lvl="4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edium"/>
              <a:buNone/>
              <a:defRPr sz="1800" b="0" i="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5pPr>
            <a:lvl6pPr marL="0" marR="0" lvl="5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edium"/>
              <a:buNone/>
              <a:defRPr sz="1800" b="0" i="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6pPr>
            <a:lvl7pPr marL="0" marR="0" lvl="6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edium"/>
              <a:buNone/>
              <a:defRPr sz="1800" b="0" i="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7pPr>
            <a:lvl8pPr marL="0" marR="0" lvl="7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edium"/>
              <a:buNone/>
              <a:defRPr sz="1800" b="0" i="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8pPr>
            <a:lvl9pPr marL="0" marR="0" lvl="8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edium"/>
              <a:buNone/>
              <a:defRPr sz="1800" b="0" i="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0" name="Google Shape;30;p3"/>
          <p:cNvSpPr txBox="1">
            <a:spLocks noGrp="1"/>
          </p:cNvSpPr>
          <p:nvPr>
            <p:ph type="title"/>
          </p:nvPr>
        </p:nvSpPr>
        <p:spPr>
          <a:xfrm>
            <a:off x="695400" y="395786"/>
            <a:ext cx="6211927" cy="8382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800"/>
              <a:buFont typeface="Roboto Medium"/>
              <a:buNone/>
              <a:defRPr sz="2800" b="0" i="0" u="none" strike="noStrike" cap="none">
                <a:solidFill>
                  <a:srgbClr val="7F7F7F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31" name="Google Shape;31;p3"/>
          <p:cNvSpPr txBox="1">
            <a:spLocks noGrp="1"/>
          </p:cNvSpPr>
          <p:nvPr>
            <p:ph type="body" idx="1"/>
          </p:nvPr>
        </p:nvSpPr>
        <p:spPr>
          <a:xfrm>
            <a:off x="695400" y="1773936"/>
            <a:ext cx="10801201" cy="4320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810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400"/>
              <a:buFont typeface="Arial"/>
              <a:buAutoNum type="arabicPeriod"/>
              <a:defRPr sz="2400" b="0" i="0" u="none" strike="noStrike" cap="none">
                <a:solidFill>
                  <a:srgbClr val="7F7F7F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marL="914400" marR="0" lvl="1" indent="-38100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rgbClr val="7F7F7F"/>
              </a:buClr>
              <a:buSzPts val="2400"/>
              <a:buFont typeface="Arial"/>
              <a:buAutoNum type="arabicPeriod"/>
              <a:defRPr sz="2400" b="0" i="0" u="none" strike="noStrike" cap="none">
                <a:solidFill>
                  <a:srgbClr val="7F7F7F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8722223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4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4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35" name="Google Shape;35;p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429359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6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7" name="Google Shape;47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217777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 Content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3" name="Google Shape;53;p7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4" name="Google Shape;54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092253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Comparison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8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8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0" name="Google Shape;60;p8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1" name="Google Shape;61;p8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2" name="Google Shape;62;p8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3" name="Google Shape;63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874475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811076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693058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Content with Caption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1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1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78" name="Google Shape;78;p11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9" name="Google Shape;79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06192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 with Caption"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2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12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85" name="Google Shape;85;p12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86" name="Google Shape;86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792155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Title and Vertical Text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13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2" name="Google Shape;92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7228758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 Title and Text"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8" name="Google Shape;98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0240292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4636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1377387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>
          <a:extLst>
            <a:ext uri="{FF2B5EF4-FFF2-40B4-BE49-F238E27FC236}">
              <a16:creationId xmlns:a16="http://schemas.microsoft.com/office/drawing/2014/main" id="{7EB35E84-5960-AA15-D5D2-FCDA928FD2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5">
            <a:extLst>
              <a:ext uri="{FF2B5EF4-FFF2-40B4-BE49-F238E27FC236}">
                <a16:creationId xmlns:a16="http://schemas.microsoft.com/office/drawing/2014/main" id="{0794CBDF-89DA-68F4-4998-89F67853C47F}"/>
              </a:ext>
            </a:extLst>
          </p:cNvPr>
          <p:cNvSpPr txBox="1"/>
          <p:nvPr/>
        </p:nvSpPr>
        <p:spPr>
          <a:xfrm>
            <a:off x="3450027" y="3646955"/>
            <a:ext cx="4750130" cy="10771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  <a:sym typeface="Times New Roman"/>
              </a:rPr>
              <a:t>				Product Name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07" name="Google Shape;107;p15">
            <a:extLst>
              <a:ext uri="{FF2B5EF4-FFF2-40B4-BE49-F238E27FC236}">
                <a16:creationId xmlns:a16="http://schemas.microsoft.com/office/drawing/2014/main" id="{5715D715-9E59-BD2C-C8BA-7435D7135AF7}"/>
              </a:ext>
            </a:extLst>
          </p:cNvPr>
          <p:cNvSpPr txBox="1"/>
          <p:nvPr/>
        </p:nvSpPr>
        <p:spPr>
          <a:xfrm>
            <a:off x="1569910" y="2804655"/>
            <a:ext cx="9838762" cy="120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  <a:sym typeface="Times New Roman"/>
              </a:rPr>
              <a:t>School of Compu</a:t>
            </a:r>
            <a:r>
              <a:rPr lang="en-US" sz="3600" b="1" kern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ter Science &amp; Engineering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  <a:sym typeface="Times New Roman"/>
              </a:rPr>
              <a:t>AI </a:t>
            </a:r>
            <a:r>
              <a:rPr kumimoji="0" lang="en-US" sz="36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  <a:sym typeface="Times New Roman"/>
              </a:rPr>
              <a:t>Application Development – IA1 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1572606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0735E7-678C-8AF0-B273-A067CA7935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4CF152-678E-EC39-589A-AFB6DAA8AF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400" y="395786"/>
            <a:ext cx="7937961" cy="838202"/>
          </a:xfrm>
        </p:spPr>
        <p:txBody>
          <a:bodyPr/>
          <a:lstStyle/>
          <a:p>
            <a:r>
              <a:rPr lang="en-US" dirty="0">
                <a:ea typeface="Calibri"/>
                <a:cs typeface="Calibri"/>
              </a:rPr>
              <a:t>Team members &amp; roles</a:t>
            </a:r>
            <a:endParaRPr lang="en-US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85182370-2B47-D13B-FC3B-F8B25566CA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3221805"/>
              </p:ext>
            </p:extLst>
          </p:nvPr>
        </p:nvGraphicFramePr>
        <p:xfrm>
          <a:off x="1177446" y="2329841"/>
          <a:ext cx="9832932" cy="345718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16466">
                  <a:extLst>
                    <a:ext uri="{9D8B030D-6E8A-4147-A177-3AD203B41FA5}">
                      <a16:colId xmlns:a16="http://schemas.microsoft.com/office/drawing/2014/main" val="50089967"/>
                    </a:ext>
                  </a:extLst>
                </a:gridCol>
                <a:gridCol w="4916466">
                  <a:extLst>
                    <a:ext uri="{9D8B030D-6E8A-4147-A177-3AD203B41FA5}">
                      <a16:colId xmlns:a16="http://schemas.microsoft.com/office/drawing/2014/main" val="975677717"/>
                    </a:ext>
                  </a:extLst>
                </a:gridCol>
              </a:tblGrid>
              <a:tr h="576197">
                <a:tc>
                  <a:txBody>
                    <a:bodyPr/>
                    <a:lstStyle/>
                    <a:p>
                      <a:pPr algn="ctr"/>
                      <a:r>
                        <a:rPr lang="en-IN" sz="2000" dirty="0"/>
                        <a:t>Team member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/>
                        <a:t> Role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4729165"/>
                  </a:ext>
                </a:extLst>
              </a:tr>
              <a:tr h="576197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4477258"/>
                  </a:ext>
                </a:extLst>
              </a:tr>
              <a:tr h="576197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1612009"/>
                  </a:ext>
                </a:extLst>
              </a:tr>
              <a:tr h="576197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989344"/>
                  </a:ext>
                </a:extLst>
              </a:tr>
              <a:tr h="576197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1502386"/>
                  </a:ext>
                </a:extLst>
              </a:tr>
              <a:tr h="576197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17036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94960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45886C-2AC8-ED81-81E1-EB56CE95F0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418B1A-D73F-F2F6-5303-A4369C417F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400" y="395786"/>
            <a:ext cx="7937961" cy="838202"/>
          </a:xfrm>
        </p:spPr>
        <p:txBody>
          <a:bodyPr/>
          <a:lstStyle/>
          <a:p>
            <a:r>
              <a:rPr lang="en-US" dirty="0">
                <a:ea typeface="Calibri"/>
                <a:cs typeface="Calibri"/>
              </a:rPr>
              <a:t> Modified Problem Statement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0C28EA-830E-81C1-7404-A72E3E5F58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04160" y="1595806"/>
            <a:ext cx="10519785" cy="3790386"/>
          </a:xfrm>
        </p:spPr>
        <p:txBody>
          <a:bodyPr spcFirstLastPara="1" vert="horz" wrap="square" lIns="121920" tIns="60960" rIns="121920" bIns="60960" rtlCol="0" anchor="t" anchorCtr="0">
            <a:normAutofit/>
          </a:bodyPr>
          <a:lstStyle/>
          <a:p>
            <a:pPr marL="0" indent="0">
              <a:spcBef>
                <a:spcPts val="27"/>
              </a:spcBef>
              <a:buNone/>
            </a:pPr>
            <a:endParaRPr lang="en-US" dirty="0">
              <a:ea typeface="Calibri"/>
              <a:cs typeface="Calibri"/>
            </a:endParaRPr>
          </a:p>
          <a:p>
            <a:pPr marL="0" indent="0">
              <a:spcBef>
                <a:spcPts val="27"/>
              </a:spcBef>
              <a:buNone/>
            </a:pPr>
            <a:r>
              <a:rPr lang="en-US" dirty="0">
                <a:ea typeface="Calibri"/>
                <a:cs typeface="Calibri"/>
              </a:rPr>
              <a:t>Maximum 2 lines – Just state the key problem faced by the end user / customer</a:t>
            </a:r>
          </a:p>
          <a:p>
            <a:pPr marL="0" indent="0">
              <a:spcBef>
                <a:spcPts val="27"/>
              </a:spcBef>
              <a:buNone/>
            </a:pPr>
            <a:endParaRPr lang="en-US" dirty="0">
              <a:ea typeface="Calibri"/>
              <a:cs typeface="Calibri"/>
            </a:endParaRPr>
          </a:p>
          <a:p>
            <a:pPr marL="0" indent="0">
              <a:spcBef>
                <a:spcPts val="27"/>
              </a:spcBef>
              <a:buNone/>
            </a:pPr>
            <a:endParaRPr lang="en-US" dirty="0">
              <a:ea typeface="Calibri"/>
              <a:cs typeface="Calibri"/>
            </a:endParaRPr>
          </a:p>
          <a:p>
            <a:pPr marL="0" indent="0">
              <a:spcBef>
                <a:spcPts val="27"/>
              </a:spcBef>
              <a:buNone/>
            </a:pPr>
            <a:r>
              <a:rPr lang="en-US" dirty="0">
                <a:solidFill>
                  <a:srgbClr val="FF0000"/>
                </a:solidFill>
                <a:ea typeface="Calibri"/>
                <a:cs typeface="Calibri"/>
              </a:rPr>
              <a:t>Please explain to the assessors (this section is just for you to prepare – do not include this in the slide – understand and clearly talk about below)</a:t>
            </a:r>
          </a:p>
          <a:p>
            <a:pPr marL="0" indent="0">
              <a:spcBef>
                <a:spcPts val="27"/>
              </a:spcBef>
              <a:buNone/>
            </a:pPr>
            <a:r>
              <a:rPr lang="en-US" dirty="0">
                <a:solidFill>
                  <a:srgbClr val="FF0000"/>
                </a:solidFill>
                <a:ea typeface="Calibri"/>
                <a:cs typeface="Calibri"/>
              </a:rPr>
              <a:t>	1. Why you chose this problem</a:t>
            </a:r>
          </a:p>
          <a:p>
            <a:pPr marL="0" indent="0">
              <a:spcBef>
                <a:spcPts val="27"/>
              </a:spcBef>
              <a:buNone/>
            </a:pPr>
            <a:r>
              <a:rPr lang="en-US" dirty="0">
                <a:solidFill>
                  <a:srgbClr val="FF0000"/>
                </a:solidFill>
                <a:ea typeface="Calibri"/>
                <a:cs typeface="Calibri"/>
              </a:rPr>
              <a:t>	2. Pain faced by the user</a:t>
            </a:r>
          </a:p>
          <a:p>
            <a:pPr marL="0" indent="0">
              <a:spcBef>
                <a:spcPts val="27"/>
              </a:spcBef>
              <a:buNone/>
            </a:pPr>
            <a:r>
              <a:rPr lang="en-US" dirty="0">
                <a:solidFill>
                  <a:srgbClr val="FF0000"/>
                </a:solidFill>
                <a:ea typeface="Calibri"/>
                <a:cs typeface="Calibri"/>
              </a:rPr>
              <a:t>	3. How many users your team spoke to</a:t>
            </a:r>
          </a:p>
          <a:p>
            <a:pPr marL="0" indent="0">
              <a:spcBef>
                <a:spcPts val="27"/>
              </a:spcBef>
              <a:buNone/>
            </a:pPr>
            <a:r>
              <a:rPr lang="en-US" dirty="0">
                <a:solidFill>
                  <a:srgbClr val="FF0000"/>
                </a:solidFill>
                <a:ea typeface="Calibri"/>
                <a:cs typeface="Calibri"/>
              </a:rPr>
              <a:t>	4. What questions you asked &amp; their response</a:t>
            </a:r>
          </a:p>
          <a:p>
            <a:pPr marL="0" indent="0">
              <a:spcBef>
                <a:spcPts val="27"/>
              </a:spcBef>
              <a:buNone/>
            </a:pPr>
            <a:endParaRPr lang="en-US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6213289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314202-8164-A88E-0CA6-8593095CEF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47E602-D398-31B9-4AEB-C32E61CFBB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400" y="395786"/>
            <a:ext cx="7937961" cy="838202"/>
          </a:xfrm>
        </p:spPr>
        <p:txBody>
          <a:bodyPr/>
          <a:lstStyle/>
          <a:p>
            <a:r>
              <a:rPr lang="en-US" dirty="0">
                <a:ea typeface="Calibri"/>
                <a:cs typeface="Calibri"/>
              </a:rPr>
              <a:t> User/ Customer Understanding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7F0759-F1BE-FAAD-BBB2-2AC231645E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04160" y="1595806"/>
            <a:ext cx="10519785" cy="3790386"/>
          </a:xfrm>
        </p:spPr>
        <p:txBody>
          <a:bodyPr spcFirstLastPara="1" vert="horz" wrap="square" lIns="121920" tIns="60960" rIns="121920" bIns="60960" rtlCol="0" anchor="t" anchorCtr="0">
            <a:normAutofit/>
          </a:bodyPr>
          <a:lstStyle/>
          <a:p>
            <a:pPr marL="0" indent="0">
              <a:spcBef>
                <a:spcPts val="27"/>
              </a:spcBef>
              <a:buNone/>
            </a:pPr>
            <a:endParaRPr lang="en-US" dirty="0">
              <a:ea typeface="Calibri"/>
              <a:cs typeface="Calibri"/>
            </a:endParaRPr>
          </a:p>
          <a:p>
            <a:pPr marL="0" indent="0">
              <a:spcBef>
                <a:spcPts val="27"/>
              </a:spcBef>
              <a:buNone/>
            </a:pPr>
            <a:r>
              <a:rPr lang="en-US" dirty="0">
                <a:ea typeface="Calibri"/>
                <a:cs typeface="Calibri"/>
              </a:rPr>
              <a:t>Paste team members photos with potential customers  here</a:t>
            </a:r>
          </a:p>
          <a:p>
            <a:pPr marL="0" indent="0">
              <a:spcBef>
                <a:spcPts val="27"/>
              </a:spcBef>
              <a:buNone/>
            </a:pPr>
            <a:endParaRPr lang="en-US" dirty="0">
              <a:ea typeface="Calibri"/>
              <a:cs typeface="Calibri"/>
            </a:endParaRPr>
          </a:p>
          <a:p>
            <a:pPr marL="0" indent="0">
              <a:spcBef>
                <a:spcPts val="27"/>
              </a:spcBef>
              <a:buNone/>
            </a:pPr>
            <a:endParaRPr lang="en-US" dirty="0">
              <a:ea typeface="Calibri"/>
              <a:cs typeface="Calibri"/>
            </a:endParaRPr>
          </a:p>
          <a:p>
            <a:pPr marL="0" indent="0">
              <a:spcBef>
                <a:spcPts val="27"/>
              </a:spcBef>
              <a:buNone/>
            </a:pPr>
            <a:r>
              <a:rPr lang="en-US" dirty="0">
                <a:ea typeface="Calibri"/>
                <a:cs typeface="Calibri"/>
              </a:rPr>
              <a:t>Then, show proof of your interviews – Q&amp;A </a:t>
            </a:r>
            <a:r>
              <a:rPr lang="en-US" dirty="0">
                <a:solidFill>
                  <a:srgbClr val="FF0000"/>
                </a:solidFill>
                <a:ea typeface="Calibri"/>
                <a:cs typeface="Calibri"/>
              </a:rPr>
              <a:t>(Open GitHub go to documents, open this customer interview document and show the assessors)</a:t>
            </a:r>
          </a:p>
          <a:p>
            <a:pPr marL="0" indent="0">
              <a:spcBef>
                <a:spcPts val="27"/>
              </a:spcBef>
              <a:buNone/>
            </a:pPr>
            <a:endParaRPr lang="en-US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5525992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4E22C4-7666-AFE3-A07F-5A5D3E72C4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D13FFD-F5AA-B7BE-FD50-CA6734509E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Calibri"/>
                <a:cs typeface="Calibri"/>
              </a:rPr>
              <a:t>Ideal Customer Profile (ICP)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3C3445-0940-99F0-AB5E-58C8CA362A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spcFirstLastPara="1" vert="horz" wrap="square" lIns="121920" tIns="60960" rIns="121920" bIns="60960" rtlCol="0" anchor="t" anchorCtr="0">
            <a:normAutofit/>
          </a:bodyPr>
          <a:lstStyle/>
          <a:p>
            <a:pPr marL="0" indent="0">
              <a:spcBef>
                <a:spcPts val="27"/>
              </a:spcBef>
              <a:buNone/>
            </a:pPr>
            <a:endParaRPr lang="en-US" dirty="0">
              <a:ea typeface="Calibri"/>
              <a:cs typeface="Calibri"/>
            </a:endParaRPr>
          </a:p>
          <a:p>
            <a:pPr marL="0" indent="0">
              <a:spcBef>
                <a:spcPts val="27"/>
              </a:spcBef>
              <a:buNone/>
            </a:pPr>
            <a:r>
              <a:rPr lang="en-US" dirty="0"/>
              <a:t>Present Ideal Customer Profile (ICP) here – both demographic and psychographic profiles.</a:t>
            </a:r>
          </a:p>
          <a:p>
            <a:pPr marL="0" indent="0">
              <a:spcBef>
                <a:spcPts val="27"/>
              </a:spcBef>
              <a:buNone/>
            </a:pPr>
            <a:endParaRPr lang="en-US" dirty="0"/>
          </a:p>
          <a:p>
            <a:pPr marL="0" indent="0">
              <a:spcBef>
                <a:spcPts val="27"/>
              </a:spcBef>
              <a:buNone/>
            </a:pPr>
            <a:endParaRPr lang="en-US" dirty="0"/>
          </a:p>
          <a:p>
            <a:pPr marL="0" indent="0">
              <a:spcBef>
                <a:spcPts val="27"/>
              </a:spcBef>
              <a:buNone/>
            </a:pPr>
            <a:r>
              <a:rPr lang="en-US" dirty="0">
                <a:solidFill>
                  <a:srgbClr val="FF0000"/>
                </a:solidFill>
              </a:rPr>
              <a:t>Please prepare well as a group, what should be the ICP for your product – do not generate using AI and read it. </a:t>
            </a:r>
          </a:p>
          <a:p>
            <a:pPr marL="0" indent="0">
              <a:spcBef>
                <a:spcPts val="27"/>
              </a:spcBef>
              <a:buNone/>
            </a:pPr>
            <a:endParaRPr lang="en-US" dirty="0">
              <a:solidFill>
                <a:srgbClr val="FF0000"/>
              </a:solidFill>
            </a:endParaRPr>
          </a:p>
          <a:p>
            <a:pPr marL="0" indent="0">
              <a:spcBef>
                <a:spcPts val="27"/>
              </a:spcBef>
              <a:buNone/>
            </a:pPr>
            <a:r>
              <a:rPr lang="en-US" dirty="0">
                <a:solidFill>
                  <a:srgbClr val="FF0000"/>
                </a:solidFill>
              </a:rPr>
              <a:t>*** Be prepared to answer difficult questions here ***</a:t>
            </a:r>
          </a:p>
          <a:p>
            <a:pPr marL="0" indent="0">
              <a:spcBef>
                <a:spcPts val="27"/>
              </a:spcBef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86100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D6636C-7729-37EE-3B86-F1312175DC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E9B525-9939-960F-B359-A89DCC475A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Calibri"/>
                <a:cs typeface="Calibri"/>
              </a:rPr>
              <a:t>Customer Persona (CP)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186C9A-5673-235A-9BD4-3F585055F2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5400" y="1773936"/>
            <a:ext cx="10801201" cy="2935850"/>
          </a:xfrm>
        </p:spPr>
        <p:txBody>
          <a:bodyPr spcFirstLastPara="1" vert="horz" wrap="square" lIns="121920" tIns="60960" rIns="121920" bIns="60960" rtlCol="0" anchor="t" anchorCtr="0">
            <a:normAutofit lnSpcReduction="10000"/>
          </a:bodyPr>
          <a:lstStyle/>
          <a:p>
            <a:pPr marL="0" indent="0">
              <a:spcBef>
                <a:spcPts val="27"/>
              </a:spcBef>
              <a:buNone/>
            </a:pPr>
            <a:endParaRPr lang="en-US" dirty="0">
              <a:ea typeface="Calibri"/>
              <a:cs typeface="Calibri"/>
            </a:endParaRPr>
          </a:p>
          <a:p>
            <a:pPr marL="0" indent="0">
              <a:spcBef>
                <a:spcPts val="27"/>
              </a:spcBef>
              <a:buNone/>
            </a:pPr>
            <a:r>
              <a:rPr lang="en-US" dirty="0"/>
              <a:t>Take one fictitious person who represent your Customer, give a fictitious name, and show how you worked out his demographic and psychographic profile here.</a:t>
            </a:r>
          </a:p>
          <a:p>
            <a:pPr marL="0" indent="0">
              <a:spcBef>
                <a:spcPts val="27"/>
              </a:spcBef>
              <a:buNone/>
            </a:pPr>
            <a:endParaRPr lang="en-US" dirty="0"/>
          </a:p>
          <a:p>
            <a:pPr marL="0" indent="0">
              <a:spcBef>
                <a:spcPts val="27"/>
              </a:spcBef>
              <a:buNone/>
            </a:pPr>
            <a:r>
              <a:rPr lang="en-US" dirty="0">
                <a:solidFill>
                  <a:srgbClr val="FF0000"/>
                </a:solidFill>
              </a:rPr>
              <a:t>Please prepare well as a group, what should be the CP for your product – do not generate using AI and read it. </a:t>
            </a:r>
          </a:p>
          <a:p>
            <a:pPr marL="0" indent="0">
              <a:spcBef>
                <a:spcPts val="27"/>
              </a:spcBef>
              <a:buNone/>
            </a:pPr>
            <a:endParaRPr lang="en-US" dirty="0">
              <a:solidFill>
                <a:srgbClr val="FF0000"/>
              </a:solidFill>
            </a:endParaRPr>
          </a:p>
          <a:p>
            <a:pPr marL="0" indent="0">
              <a:spcBef>
                <a:spcPts val="27"/>
              </a:spcBef>
              <a:buNone/>
            </a:pPr>
            <a:r>
              <a:rPr lang="en-US" dirty="0">
                <a:solidFill>
                  <a:srgbClr val="FF0000"/>
                </a:solidFill>
              </a:rPr>
              <a:t>*** Be prepared to answer difficult questions here ***</a:t>
            </a:r>
          </a:p>
          <a:p>
            <a:pPr marL="0" indent="0">
              <a:spcBef>
                <a:spcPts val="27"/>
              </a:spcBef>
              <a:buNone/>
            </a:pPr>
            <a:endParaRPr lang="en-US" dirty="0"/>
          </a:p>
          <a:p>
            <a:pPr marL="0" indent="0">
              <a:spcBef>
                <a:spcPts val="27"/>
              </a:spcBef>
              <a:buNone/>
            </a:pPr>
            <a:endParaRPr lang="en-US" dirty="0"/>
          </a:p>
          <a:p>
            <a:pPr marL="0" indent="0">
              <a:spcBef>
                <a:spcPts val="27"/>
              </a:spcBef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01998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85D599-550D-934B-834C-4B89AA6261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9EFA05-49D5-8965-5B47-01BD88A226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Calibri"/>
                <a:cs typeface="Calibri"/>
              </a:rPr>
              <a:t> Product USP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D32972-71CF-5F3C-FC9D-E36A0D2D50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5400" y="1773936"/>
            <a:ext cx="10801201" cy="2935850"/>
          </a:xfrm>
        </p:spPr>
        <p:txBody>
          <a:bodyPr spcFirstLastPara="1" vert="horz" wrap="square" lIns="121920" tIns="60960" rIns="121920" bIns="60960" rtlCol="0" anchor="t" anchorCtr="0">
            <a:normAutofit/>
          </a:bodyPr>
          <a:lstStyle/>
          <a:p>
            <a:pPr marL="0" indent="0">
              <a:spcBef>
                <a:spcPts val="27"/>
              </a:spcBef>
              <a:buNone/>
            </a:pPr>
            <a:endParaRPr lang="en-US" dirty="0">
              <a:ea typeface="Calibri"/>
              <a:cs typeface="Calibri"/>
            </a:endParaRPr>
          </a:p>
          <a:p>
            <a:pPr marL="0" indent="0">
              <a:spcBef>
                <a:spcPts val="27"/>
              </a:spcBef>
              <a:buNone/>
            </a:pPr>
            <a:r>
              <a:rPr lang="en-US" dirty="0"/>
              <a:t>bullet points  on “why” will your customers buy your product, “what is unique about your product” and how different it is from other products available in the market today.</a:t>
            </a:r>
          </a:p>
          <a:p>
            <a:pPr marL="0" indent="0">
              <a:spcBef>
                <a:spcPts val="27"/>
              </a:spcBef>
              <a:buNone/>
            </a:pPr>
            <a:endParaRPr lang="en-US" dirty="0"/>
          </a:p>
          <a:p>
            <a:pPr marL="0" indent="0">
              <a:spcBef>
                <a:spcPts val="27"/>
              </a:spcBef>
              <a:buNone/>
            </a:pPr>
            <a:r>
              <a:rPr lang="en-US" dirty="0">
                <a:solidFill>
                  <a:srgbClr val="FF0000"/>
                </a:solidFill>
              </a:rPr>
              <a:t>*** Please prepare as a group to answer the above. maximum 4 bullet points ****</a:t>
            </a:r>
          </a:p>
          <a:p>
            <a:pPr marL="0" indent="0">
              <a:spcBef>
                <a:spcPts val="27"/>
              </a:spcBef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66721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81565F-E02D-F94D-F107-CD2878B802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343AFC-E9B9-CA66-D2C9-C42DE2F1DF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400" y="395786"/>
            <a:ext cx="7045685" cy="838202"/>
          </a:xfrm>
        </p:spPr>
        <p:txBody>
          <a:bodyPr/>
          <a:lstStyle/>
          <a:p>
            <a:r>
              <a:rPr lang="en-US" dirty="0">
                <a:ea typeface="Calibri"/>
                <a:cs typeface="Calibri"/>
              </a:rPr>
              <a:t> Use Cases &amp; High level Requirements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FAADE7-0B30-77FD-7C8B-41A1B856FB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5400" y="1773936"/>
            <a:ext cx="10801201" cy="2935850"/>
          </a:xfrm>
        </p:spPr>
        <p:txBody>
          <a:bodyPr spcFirstLastPara="1" vert="horz" wrap="square" lIns="121920" tIns="60960" rIns="121920" bIns="60960" rtlCol="0" anchor="t" anchorCtr="0">
            <a:normAutofit/>
          </a:bodyPr>
          <a:lstStyle/>
          <a:p>
            <a:pPr marL="0" indent="0">
              <a:spcBef>
                <a:spcPts val="27"/>
              </a:spcBef>
              <a:buNone/>
            </a:pPr>
            <a:endParaRPr lang="en-US" dirty="0">
              <a:ea typeface="Calibri"/>
              <a:cs typeface="Calibri"/>
            </a:endParaRPr>
          </a:p>
          <a:p>
            <a:pPr marL="0" indent="0">
              <a:spcBef>
                <a:spcPts val="27"/>
              </a:spcBef>
              <a:buNone/>
            </a:pPr>
            <a:r>
              <a:rPr lang="en-US" dirty="0">
                <a:ea typeface="Calibri"/>
                <a:cs typeface="Calibri"/>
              </a:rPr>
              <a:t>4 to 5 major use cases on how your customer will use your solution – what input will the customer provide and what output will he expect</a:t>
            </a:r>
          </a:p>
          <a:p>
            <a:pPr marL="0" indent="0">
              <a:spcBef>
                <a:spcPts val="27"/>
              </a:spcBef>
              <a:buNone/>
            </a:pPr>
            <a:endParaRPr lang="en-US" dirty="0">
              <a:ea typeface="Calibri"/>
              <a:cs typeface="Calibri"/>
            </a:endParaRPr>
          </a:p>
          <a:p>
            <a:pPr marL="0" indent="0">
              <a:spcBef>
                <a:spcPts val="27"/>
              </a:spcBef>
              <a:buNone/>
            </a:pPr>
            <a:r>
              <a:rPr lang="en-US" dirty="0">
                <a:ea typeface="Calibri"/>
                <a:cs typeface="Calibri"/>
              </a:rPr>
              <a:t>Show the requirements document from GitHub and discuss  functional, non-functional requirements and acceptance criteria.</a:t>
            </a:r>
            <a:endParaRPr lang="en-US" dirty="0"/>
          </a:p>
          <a:p>
            <a:pPr marL="0" indent="0">
              <a:spcBef>
                <a:spcPts val="27"/>
              </a:spcBef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87486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3E1081-ED83-5A03-3AF1-E77B4D7897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26EBF3-B90A-D780-71A8-0F6F74206D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400" y="395786"/>
            <a:ext cx="7045685" cy="838202"/>
          </a:xfrm>
        </p:spPr>
        <p:txBody>
          <a:bodyPr/>
          <a:lstStyle/>
          <a:p>
            <a:r>
              <a:rPr lang="en-US" dirty="0">
                <a:ea typeface="Calibri"/>
                <a:cs typeface="Calibri"/>
              </a:rPr>
              <a:t> Proof of Concept (PoC) / Prototype Demo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B1E6CD-28A4-0547-FCFA-8E8B38A76F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5400" y="1773936"/>
            <a:ext cx="10801201" cy="2935850"/>
          </a:xfrm>
        </p:spPr>
        <p:txBody>
          <a:bodyPr spcFirstLastPara="1" vert="horz" wrap="square" lIns="121920" tIns="60960" rIns="121920" bIns="60960" rtlCol="0" anchor="t" anchorCtr="0">
            <a:normAutofit/>
          </a:bodyPr>
          <a:lstStyle/>
          <a:p>
            <a:pPr marL="0" indent="0">
              <a:spcBef>
                <a:spcPts val="27"/>
              </a:spcBef>
              <a:buNone/>
            </a:pPr>
            <a:endParaRPr lang="en-US" dirty="0">
              <a:ea typeface="Calibri"/>
              <a:cs typeface="Calibri"/>
            </a:endParaRPr>
          </a:p>
          <a:p>
            <a:pPr marL="0" indent="0">
              <a:spcBef>
                <a:spcPts val="27"/>
              </a:spcBef>
              <a:buNone/>
            </a:pPr>
            <a:r>
              <a:rPr lang="en-US" dirty="0">
                <a:ea typeface="Calibri"/>
                <a:cs typeface="Calibri"/>
              </a:rPr>
              <a:t>Show  demo</a:t>
            </a:r>
            <a:endParaRPr lang="en-US" dirty="0"/>
          </a:p>
          <a:p>
            <a:pPr marL="0" indent="0">
              <a:spcBef>
                <a:spcPts val="27"/>
              </a:spcBef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6312767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2336</TotalTime>
  <Words>584</Words>
  <Application>Microsoft Office PowerPoint</Application>
  <PresentationFormat>Widescreen</PresentationFormat>
  <Paragraphs>84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Aptos</vt:lpstr>
      <vt:lpstr>Arial</vt:lpstr>
      <vt:lpstr>Calibri</vt:lpstr>
      <vt:lpstr>Roboto Medium</vt:lpstr>
      <vt:lpstr>Times New Roman</vt:lpstr>
      <vt:lpstr>1_Office Theme</vt:lpstr>
      <vt:lpstr>PowerPoint Presentation</vt:lpstr>
      <vt:lpstr>Team members &amp; roles</vt:lpstr>
      <vt:lpstr> Modified Problem Statement</vt:lpstr>
      <vt:lpstr> User/ Customer Understanding</vt:lpstr>
      <vt:lpstr>Ideal Customer Profile (ICP)</vt:lpstr>
      <vt:lpstr>Customer Persona (CP)</vt:lpstr>
      <vt:lpstr> Product USP</vt:lpstr>
      <vt:lpstr> Use Cases &amp; High level Requirements</vt:lpstr>
      <vt:lpstr> Proof of Concept (PoC) / Prototype Demo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Ramaraj Sri</dc:creator>
  <cp:lastModifiedBy>Ramaraj Sri</cp:lastModifiedBy>
  <cp:revision>1</cp:revision>
  <dcterms:created xsi:type="dcterms:W3CDTF">2025-09-17T04:00:39Z</dcterms:created>
  <dcterms:modified xsi:type="dcterms:W3CDTF">2026-03-21T09:15:01Z</dcterms:modified>
</cp:coreProperties>
</file>